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38C_A1FAF85D.xml" ContentType="application/vnd.ms-powerpoint.comments+xml"/>
  <Override PartName="/ppt/notesSlides/notesSlide9.xml" ContentType="application/vnd.openxmlformats-officedocument.presentationml.notesSlide+xml"/>
  <Override PartName="/ppt/comments/modernComment_1435_913AC57D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708" r:id="rId4"/>
  </p:sldMasterIdLst>
  <p:notesMasterIdLst>
    <p:notesMasterId r:id="rId18"/>
  </p:notesMasterIdLst>
  <p:sldIdLst>
    <p:sldId id="5172" r:id="rId5"/>
    <p:sldId id="4853" r:id="rId6"/>
    <p:sldId id="5003" r:id="rId7"/>
    <p:sldId id="5174" r:id="rId8"/>
    <p:sldId id="5157" r:id="rId9"/>
    <p:sldId id="5053" r:id="rId10"/>
    <p:sldId id="5175" r:id="rId11"/>
    <p:sldId id="5051" r:id="rId12"/>
    <p:sldId id="5050" r:id="rId13"/>
    <p:sldId id="5176" r:id="rId14"/>
    <p:sldId id="5041" r:id="rId15"/>
    <p:sldId id="5004" r:id="rId16"/>
    <p:sldId id="5173" r:id="rId17"/>
  </p:sldIdLst>
  <p:sldSz cx="12192000" cy="6858000"/>
  <p:notesSz cx="6810375" cy="99425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2060F30-71B8-B6B1-A614-1CB900F4444C}" name="Ivan Villegas Flores" initials="IV" userId="47606fceebdbbb9a" providerId="Windows Live"/>
  <p188:author id="{5EEFE23C-AEC6-D9CF-B187-28895DB42CDE}" name="Cynthia Barrera" initials="CB" userId="bc24e5302174cdac" providerId="Windows Live"/>
  <p188:author id="{9AC39248-BA8D-1F60-9942-73C77BA4E8CE}" name="Elba Apolo" initials="EA" userId="5c997295bf1449e3" providerId="Windows Live"/>
  <p188:author id="{24A15C52-3F18-3315-9683-DD2139784FC4}" name="Pena Vivanco, Pamela Olenka GIZ PE" initials="PP" userId="S::pamela.pena@giz.de::4c9a8590-6860-4a65-b09f-1b717e53b9d4" providerId="AD"/>
  <p188:author id="{6D616C71-E9B9-6557-88A5-23E104FFFBAF}" name="Oscar Frank " initials="OF" userId="Oscar Frank " providerId="None"/>
  <p188:author id="{3A1DF78A-0D5A-7FB5-13A8-C111679C28DB}" name="Akemi Alejandra Pachas Oshiro" initials="AP" userId="S::akemi.pachas@unmsm.edu.pe::ceb38480-0eae-41f0-963f-6b3da07b740c" providerId="AD"/>
  <p188:author id="{3176BFA0-CACB-76F1-0FFC-C131BDB890D7}" name="Oscar Frank" initials="OF" userId="Oscar Frank" providerId="None"/>
  <p188:author id="{56BC44A1-52EA-CE4D-1486-7F027E3FD1D5}" name="David Alejandro Jiménez Osorio" initials="DJ" userId="S::david.jimenez@transconsult.com::3ed0b764-bace-407e-b540-c30088545dc9" providerId="AD"/>
  <p188:author id="{F5A0E8A9-6E8D-2A95-A047-18D8314F0B2D}" name="Julio César Chávez" initials="JC" userId="8a700a86f65d8b71" providerId="Windows Live"/>
  <p188:author id="{FC0BA7AC-1FD6-8DBD-2CB4-C01EEC8C953C}" name="Ventura Gonzalez, Williams Augusto GIZ PE" initials="WV" userId="S::williams.ventura@giz.de::59ae99ec-6eed-4519-9bc8-55ab9b8ddbd8" providerId="AD"/>
  <p188:author id="{4CD40AB2-3B29-2275-570E-B09AD425AD09}" name="Andres López Bonilla" initials="AL" userId="S::andres.lopez@transconsult.com::6376b2b1-e916-4ab5-b949-0f7585fe461c" providerId="AD"/>
  <p188:author id="{6EAF58B8-0E9B-2C04-2D84-B773B75751C4}" name="Saravia Hinostroza, Janeth Katherin GIZ PE" initials="JS" userId="S::janeth.saravia@giz.de::366490e8-2362-4013-9cf8-e11fd2b63b77" providerId="AD"/>
  <p188:author id="{F32ACEC1-1FAC-792E-B010-4FCB73ECB54F}" name="Palomino, Ivan GIZ PE" initials="IP" userId="S::ivan.palomino@giz.de::e7b5e7eb-1576-4cfd-ad37-7612c86f8f45" providerId="AD"/>
  <p188:author id="{8E9667EF-43AE-4280-7F6D-BB3083D3192B}" name="Jchavez.caf" initials="Jc" userId="S::jchavez.caf_gmail.com#ext#@transconsult.onmicrosoft.com::4560a459-a124-416e-b15a-6533ba8d287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37FF"/>
    <a:srgbClr val="D883FF"/>
    <a:srgbClr val="004D9D"/>
    <a:srgbClr val="F37171"/>
    <a:srgbClr val="EE4040"/>
    <a:srgbClr val="30336E"/>
    <a:srgbClr val="99B8D8"/>
    <a:srgbClr val="69B4FF"/>
    <a:srgbClr val="3AAA35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76" autoAdjust="0"/>
    <p:restoredTop sz="96121"/>
  </p:normalViewPr>
  <p:slideViewPr>
    <p:cSldViewPr snapToGrid="0">
      <p:cViewPr varScale="1">
        <p:scale>
          <a:sx n="63" d="100"/>
          <a:sy n="63" d="100"/>
        </p:scale>
        <p:origin x="1176" y="66"/>
      </p:cViewPr>
      <p:guideLst>
        <p:guide orient="horz" pos="227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omments/modernComment_138C_A1FAF8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2795148-6E50-994B-8C1B-79E9F369B31F}" authorId="{6D616C71-E9B9-6557-88A5-23E104FFFBAF}" status="resolved" created="2026-02-26T17:39:20.212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17579357" sldId="5004"/>
      <ac:spMk id="8" creationId="{0777F476-07E1-FEE6-782A-38C592EC44BF}"/>
    </ac:deMkLst>
    <p188:txBody>
      <a:bodyPr/>
      <a:lstStyle/>
      <a:p>
        <a:r>
          <a:rPr lang="es-PE"/>
          <a:t>@akemi completar la descripción del borrador de la resolucion de alcaldia. 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3-03T19:25:52.375" authorId="{3A1DF78A-0D5A-7FB5-13A8-C111679C28DB}"/>
          </p223:rxn>
        </p223:reactions>
      </p:ext>
    </p188:extLst>
  </p188:cm>
</p188:cmLst>
</file>

<file path=ppt/comments/modernComment_1435_913AC57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B97C911-7D4E-6F4F-B76A-6837119ED126}" authorId="{6D616C71-E9B9-6557-88A5-23E104FFFBAF}" status="resolved" created="2026-02-26T17:39:20.21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17579357" sldId="5004"/>
      <ac:spMk id="8" creationId="{0777F476-07E1-FEE6-782A-38C592EC44BF}"/>
    </ac:deMkLst>
    <p188:txBody>
      <a:bodyPr/>
      <a:lstStyle/>
      <a:p>
        <a:r>
          <a:rPr lang="es-PE"/>
          <a:t>@akemi completar la descripción del borrador de la resolucion de alcaldia. 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3-03T19:25:52.375" authorId="{3A1DF78A-0D5A-7FB5-13A8-C111679C28DB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7636" y="0"/>
            <a:ext cx="2951163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520E7-1C57-41EB-8B3A-B9DAF30ACEFC}" type="datetimeFigureOut">
              <a:rPr lang="es-PE" smtClean="0"/>
              <a:t>24/03/2026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5825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1038" y="4784835"/>
            <a:ext cx="544830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51163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7636" y="9443662"/>
            <a:ext cx="2951163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37509-DFC9-4DE0-B6C9-D7C3A4AE20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82366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38A2B-9FBC-8742-07F0-F71C5E9A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31962F0-B22A-5F5E-8AE7-B335EC0D1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F585FFC-0652-11F1-405F-C02A6DADD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E0ABB2-7C6E-2EFE-6E85-BA3CFE2C2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05436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B69B-9732-E262-BCCD-B6B1B7729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E6EF943-EEDB-273C-7F33-B53A65098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C46F27-8DC6-D7A6-C9ED-D697EC49A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1EC4F7-EDAA-55A7-3CED-C6D94ED08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22193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7A6CC-364E-4BB2-0B26-90F4ED45C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1B96CC9-2A9A-BC27-7EEA-BC521F083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5224C9-065D-362E-B81F-324BA8E80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347126-0C89-CB94-4C9D-8CB1DFB09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28372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B9B6A-ED78-7A20-F2B3-C97085688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1A6504-9C80-F082-F983-D0217463A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4B7FE11-CEBA-C985-00C1-DF8589F7B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s-CO" dirty="0">
                <a:ea typeface="Calibri"/>
                <a:cs typeface="Calibri"/>
              </a:rPr>
            </a:br>
            <a:br>
              <a:rPr lang="es-CO" dirty="0">
                <a:ea typeface="Calibri"/>
                <a:cs typeface="Calibri"/>
              </a:rPr>
            </a:br>
            <a:r>
              <a:rPr lang="es-CO" dirty="0">
                <a:ea typeface="Calibri"/>
                <a:cs typeface="Calibri"/>
              </a:rPr>
              <a:t>Oscar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46209C-AAAE-E50E-9A97-5000E3F4B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48234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19D79-6EF2-2755-DAA4-C141E87F1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39B6CC8-EF49-96D1-1F62-DE2D17F4A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5FD3957-F454-13EF-3809-86A8FAD9F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s-CO" dirty="0">
                <a:ea typeface="Calibri"/>
                <a:cs typeface="Calibri"/>
              </a:rPr>
            </a:br>
            <a:br>
              <a:rPr lang="es-CO" dirty="0">
                <a:ea typeface="Calibri"/>
                <a:cs typeface="Calibri"/>
              </a:rPr>
            </a:br>
            <a:r>
              <a:rPr lang="es-CO" dirty="0">
                <a:ea typeface="Calibri"/>
                <a:cs typeface="Calibri"/>
              </a:rPr>
              <a:t>Oscar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F8E9E2-EE9E-9690-27DE-D44026218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19756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35A6A-17AB-A2FD-8EA6-356D494E1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853E83A-9F66-F65E-13E1-683440BEA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0195F97-8F6E-A4D9-5575-3C840205A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6E9056-B643-6908-10ED-61A23FC68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67612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A6651-9F9F-DDEA-E9DB-158362913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D777BB2-084A-3210-CE02-77DB0218B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DA1AAE-857F-A3A8-1E54-C3F9114CC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AA1B10-2233-2579-04E7-53019C692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8969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38A42-A01B-CF6D-241E-22CF9E09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CCE138B-220D-5C76-1AB1-EE5B378E0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9E873F4-FCE1-F127-9087-45BF105D0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s-CO" dirty="0">
                <a:ea typeface="Calibri"/>
                <a:cs typeface="Calibri"/>
              </a:rPr>
            </a:br>
            <a:br>
              <a:rPr lang="es-CO" dirty="0">
                <a:ea typeface="Calibri"/>
                <a:cs typeface="Calibri"/>
              </a:rPr>
            </a:br>
            <a:r>
              <a:rPr lang="es-CO" dirty="0">
                <a:ea typeface="Calibri"/>
                <a:cs typeface="Calibri"/>
              </a:rPr>
              <a:t>Oscar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65C798-B592-2A4E-9399-A462E7103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40993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6287F-5A84-2A98-37A7-E51932F0E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E2C89E-0068-C1D3-C6EA-07A8080B6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FA6297D-5797-5AEA-AAC1-2EBF7C9C0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s-CO" dirty="0">
                <a:ea typeface="Calibri"/>
                <a:cs typeface="Calibri"/>
              </a:rPr>
            </a:br>
            <a:br>
              <a:rPr lang="es-CO" dirty="0">
                <a:ea typeface="Calibri"/>
                <a:cs typeface="Calibri"/>
              </a:rPr>
            </a:br>
            <a:r>
              <a:rPr lang="es-CO" dirty="0">
                <a:ea typeface="Calibri"/>
                <a:cs typeface="Calibri"/>
              </a:rPr>
              <a:t>Oscar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245DFB-9292-2E79-C430-C8DB21E1D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07115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6F51D-B7CD-0B85-EF78-947DBB97A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910A3A-2D13-8B9D-6081-D4415415D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CF5A1-C26B-CC93-C43F-0BB61C34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E4096-60EB-374C-BC06-D4EFE403B6FA}" type="datetimeFigureOut">
              <a:rPr lang="es-ES_tradnl" smtClean="0"/>
              <a:t>24/03/2026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DB3216-15A6-FA59-0542-AB2A29741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EAB082-D936-A47F-2448-B4E1E9B0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30AEC9-080D-504C-842C-4ABB129094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7410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AA812-163B-087D-CC7C-158930B1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9DFF00-BC1E-AB18-63A4-3EB6BAC3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5B1186-F513-FF0F-2C8A-967739FBF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E4096-60EB-374C-BC06-D4EFE403B6FA}" type="datetimeFigureOut">
              <a:rPr lang="es-ES_tradnl" smtClean="0"/>
              <a:t>24/03/2026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6C7F75-0D0D-4D8F-2E98-9C5DE1E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E5B9C0-14D6-6787-1896-4D7EEF51E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30AEC9-080D-504C-842C-4ABB129094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4452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BFC04-C755-D64F-9F9D-56F6F4B29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D945BF-4922-3E74-3110-D7AF42A7D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B66100-6339-DAA5-E728-D50902089B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E4096-60EB-374C-BC06-D4EFE403B6FA}" type="datetimeFigureOut">
              <a:rPr lang="es-ES_tradnl" smtClean="0"/>
              <a:t>24/03/2026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372A9A-E8E8-5DF3-0DAC-03F619729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C4A8B8-85BE-0FDD-D46A-16BEDE2FB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30AEC9-080D-504C-842C-4ABB129094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9747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A192F-0823-B7B1-C4B0-8D89D6EE4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17C5E2-8713-5CC3-CA95-29B0EB928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CE5579-ECD4-4F55-1635-F36C12269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3B3A48-19C6-F5E4-CB6F-C7757B16DC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E4096-60EB-374C-BC06-D4EFE403B6FA}" type="datetimeFigureOut">
              <a:rPr lang="es-ES_tradnl" smtClean="0"/>
              <a:t>24/03/2026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C1EDEC-9D7F-6EAF-A6B9-FB079579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FFDBD8-6EE8-BD91-BFFA-E7D62180F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30AEC9-080D-504C-842C-4ABB129094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88322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EBC00-8856-6093-6CAE-0DF25AEA5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1F34CB-5092-CA3E-C964-EDB719D67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F23E0B7-063E-14EC-D9A3-8FC13A1FA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517CB02-661A-CCCA-CB8F-74619C0BC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E998176-715A-D6FE-8401-5519E5029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79AEE76-BFDE-BA60-7F50-E666B8EB41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E4096-60EB-374C-BC06-D4EFE403B6FA}" type="datetimeFigureOut">
              <a:rPr lang="es-ES_tradnl" smtClean="0"/>
              <a:t>24/03/2026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0A8809C-B6DD-18E1-0786-6EF9D7CE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3595D3-129D-2F73-80F9-DC0C3A54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30AEC9-080D-504C-842C-4ABB129094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23601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15C9EB-4040-3775-2AD1-FB0405D8B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27DF7FB-C41A-CC50-8AAC-CDEA6565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E4096-60EB-374C-BC06-D4EFE403B6FA}" type="datetimeFigureOut">
              <a:rPr lang="es-ES_tradnl" smtClean="0"/>
              <a:t>24/03/2026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DB121F0-EAA3-25AA-B3B6-8F9972791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3C5976E-B6E7-95B9-4378-A50699232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30AEC9-080D-504C-842C-4ABB129094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2895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FC8A9E79-7F4B-7488-E717-441AED12D330}"/>
              </a:ext>
            </a:extLst>
          </p:cNvPr>
          <p:cNvGrpSpPr/>
          <p:nvPr userDrawn="1"/>
        </p:nvGrpSpPr>
        <p:grpSpPr>
          <a:xfrm>
            <a:off x="-3" y="285020"/>
            <a:ext cx="3360617" cy="6645518"/>
            <a:chOff x="-2" y="1306614"/>
            <a:chExt cx="2844000" cy="5623924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0B2D9D1-2CFD-981D-B0DD-DCED2A727746}"/>
                </a:ext>
              </a:extLst>
            </p:cNvPr>
            <p:cNvSpPr/>
            <p:nvPr userDrawn="1"/>
          </p:nvSpPr>
          <p:spPr>
            <a:xfrm>
              <a:off x="-2" y="1306614"/>
              <a:ext cx="2844000" cy="56239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300CA621-D8F5-AD0D-B541-C1E771A969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7398" y="2130790"/>
              <a:ext cx="2307650" cy="833318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4BC6D9A9-6E5F-6F59-D02F-D25F90EDF9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-1" y="3815714"/>
              <a:ext cx="2843999" cy="1945646"/>
            </a:xfrm>
            <a:prstGeom prst="rect">
              <a:avLst/>
            </a:prstGeom>
          </p:spPr>
        </p:pic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0101E6A9-767D-C5D5-A0AB-90931C0BC0FC}"/>
              </a:ext>
            </a:extLst>
          </p:cNvPr>
          <p:cNvSpPr/>
          <p:nvPr userDrawn="1"/>
        </p:nvSpPr>
        <p:spPr>
          <a:xfrm>
            <a:off x="3360615" y="0"/>
            <a:ext cx="8831385" cy="6858000"/>
          </a:xfrm>
          <a:prstGeom prst="rect">
            <a:avLst/>
          </a:prstGeom>
          <a:solidFill>
            <a:srgbClr val="3AAA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Marcador de título 13">
            <a:extLst>
              <a:ext uri="{FF2B5EF4-FFF2-40B4-BE49-F238E27FC236}">
                <a16:creationId xmlns:a16="http://schemas.microsoft.com/office/drawing/2014/main" id="{9C1E55E1-4C51-047E-166C-DE8670722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556" y="2516889"/>
            <a:ext cx="5512781" cy="146602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titulo separador de contenidos</a:t>
            </a:r>
            <a:endParaRPr lang="es-ES_tradnl"/>
          </a:p>
        </p:txBody>
      </p:sp>
      <p:pic>
        <p:nvPicPr>
          <p:cNvPr id="44" name="Gráfico 43">
            <a:extLst>
              <a:ext uri="{FF2B5EF4-FFF2-40B4-BE49-F238E27FC236}">
                <a16:creationId xmlns:a16="http://schemas.microsoft.com/office/drawing/2014/main" id="{25041686-7CB2-4248-6985-5B3ECC4358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1818" t="17367" b="1093"/>
          <a:stretch/>
        </p:blipFill>
        <p:spPr>
          <a:xfrm>
            <a:off x="3322045" y="0"/>
            <a:ext cx="152995" cy="6858001"/>
          </a:xfrm>
          <a:prstGeom prst="rect">
            <a:avLst/>
          </a:prstGeom>
        </p:spPr>
      </p:pic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BBE7FA57-79C9-8BDA-D0F5-7A8A6AD62862}"/>
              </a:ext>
            </a:extLst>
          </p:cNvPr>
          <p:cNvCxnSpPr/>
          <p:nvPr userDrawn="1"/>
        </p:nvCxnSpPr>
        <p:spPr>
          <a:xfrm>
            <a:off x="4353556" y="2243254"/>
            <a:ext cx="984352" cy="0"/>
          </a:xfrm>
          <a:prstGeom prst="line">
            <a:avLst/>
          </a:prstGeom>
          <a:ln w="571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áfico 12">
            <a:extLst>
              <a:ext uri="{FF2B5EF4-FFF2-40B4-BE49-F238E27FC236}">
                <a16:creationId xmlns:a16="http://schemas.microsoft.com/office/drawing/2014/main" id="{CBDF5DB6-CF16-8472-29C3-D497EFA0FE4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5" y="4855621"/>
            <a:ext cx="3319867" cy="207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558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101E6A9-767D-C5D5-A0AB-90931C0BC0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AA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Marcador de título 13">
            <a:extLst>
              <a:ext uri="{FF2B5EF4-FFF2-40B4-BE49-F238E27FC236}">
                <a16:creationId xmlns:a16="http://schemas.microsoft.com/office/drawing/2014/main" id="{9C1E55E1-4C51-047E-166C-DE8670722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970" y="3681307"/>
            <a:ext cx="5512781" cy="146602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titulo separador de contenidos</a:t>
            </a:r>
            <a:endParaRPr lang="es-ES_tradnl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BBE7FA57-79C9-8BDA-D0F5-7A8A6AD62862}"/>
              </a:ext>
            </a:extLst>
          </p:cNvPr>
          <p:cNvCxnSpPr/>
          <p:nvPr userDrawn="1"/>
        </p:nvCxnSpPr>
        <p:spPr>
          <a:xfrm>
            <a:off x="4266381" y="3407672"/>
            <a:ext cx="984352" cy="0"/>
          </a:xfrm>
          <a:prstGeom prst="line">
            <a:avLst/>
          </a:prstGeom>
          <a:ln w="285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3">
            <a:extLst>
              <a:ext uri="{FF2B5EF4-FFF2-40B4-BE49-F238E27FC236}">
                <a16:creationId xmlns:a16="http://schemas.microsoft.com/office/drawing/2014/main" id="{1653E7A9-BA44-A91C-4505-BDF9A9A81A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6808" y="640892"/>
            <a:ext cx="3643889" cy="229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81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101E6A9-767D-C5D5-A0AB-90931C0BC0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D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Marcador de título 13">
            <a:extLst>
              <a:ext uri="{FF2B5EF4-FFF2-40B4-BE49-F238E27FC236}">
                <a16:creationId xmlns:a16="http://schemas.microsoft.com/office/drawing/2014/main" id="{9C1E55E1-4C51-047E-166C-DE8670722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970" y="3681307"/>
            <a:ext cx="5512781" cy="146602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titulo separador de contenidos</a:t>
            </a:r>
            <a:endParaRPr lang="es-ES_tradnl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BBE7FA57-79C9-8BDA-D0F5-7A8A6AD62862}"/>
              </a:ext>
            </a:extLst>
          </p:cNvPr>
          <p:cNvCxnSpPr/>
          <p:nvPr userDrawn="1"/>
        </p:nvCxnSpPr>
        <p:spPr>
          <a:xfrm>
            <a:off x="4266381" y="3407672"/>
            <a:ext cx="984352" cy="0"/>
          </a:xfrm>
          <a:prstGeom prst="line">
            <a:avLst/>
          </a:prstGeom>
          <a:ln w="285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3">
            <a:extLst>
              <a:ext uri="{FF2B5EF4-FFF2-40B4-BE49-F238E27FC236}">
                <a16:creationId xmlns:a16="http://schemas.microsoft.com/office/drawing/2014/main" id="{1653E7A9-BA44-A91C-4505-BDF9A9A81A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6808" y="640892"/>
            <a:ext cx="3643889" cy="229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02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101E6A9-767D-C5D5-A0AB-90931C0BC0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A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Marcador de título 13">
            <a:extLst>
              <a:ext uri="{FF2B5EF4-FFF2-40B4-BE49-F238E27FC236}">
                <a16:creationId xmlns:a16="http://schemas.microsoft.com/office/drawing/2014/main" id="{9C1E55E1-4C51-047E-166C-DE8670722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970" y="3681307"/>
            <a:ext cx="5512781" cy="146602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titulo separador de contenidos</a:t>
            </a:r>
            <a:endParaRPr lang="es-ES_tradnl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BBE7FA57-79C9-8BDA-D0F5-7A8A6AD62862}"/>
              </a:ext>
            </a:extLst>
          </p:cNvPr>
          <p:cNvCxnSpPr/>
          <p:nvPr userDrawn="1"/>
        </p:nvCxnSpPr>
        <p:spPr>
          <a:xfrm>
            <a:off x="4266381" y="3407672"/>
            <a:ext cx="984352" cy="0"/>
          </a:xfrm>
          <a:prstGeom prst="line">
            <a:avLst/>
          </a:prstGeom>
          <a:ln w="285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3">
            <a:extLst>
              <a:ext uri="{FF2B5EF4-FFF2-40B4-BE49-F238E27FC236}">
                <a16:creationId xmlns:a16="http://schemas.microsoft.com/office/drawing/2014/main" id="{1653E7A9-BA44-A91C-4505-BDF9A9A81A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6808" y="640892"/>
            <a:ext cx="3643889" cy="229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00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0CD65-4FDB-C249-6748-0DDACDB01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2A7E1C-FC72-8948-911F-6BC9A79F0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F4BB40-E7E9-13D0-1D15-41066427D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838CC5-89C1-7A7A-6276-DB3D01825D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E4096-60EB-374C-BC06-D4EFE403B6FA}" type="datetimeFigureOut">
              <a:rPr lang="es-ES_tradnl" smtClean="0"/>
              <a:t>24/03/2026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EE632D-5FA3-8970-05F4-7279E93B5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88DDD7-9061-D31B-BB93-4E575EBFF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30AEC9-080D-504C-842C-4ABB129094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26277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29908A-3F50-D129-22C3-1C62B1CA4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AF84E1B-90B4-974D-DD73-E0EC4C918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BFC617-1F0C-83B0-C421-8B451ACE8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0BCFEF-5FB5-A18E-F974-A074AB9862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E4096-60EB-374C-BC06-D4EFE403B6FA}" type="datetimeFigureOut">
              <a:rPr lang="es-ES_tradnl" smtClean="0"/>
              <a:t>24/03/2026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DC0662-CAFD-88D2-36B9-E5CF7B91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B29C3D-A7D5-52F7-1490-5F566ECFF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30AEC9-080D-504C-842C-4ABB129094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48323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9BB9A-3A78-19E7-AB95-63DCE8A62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9E06FE-88DF-B450-7309-6D6D33C0F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F72B50-9986-B51E-8B77-B8730D02F9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E4096-60EB-374C-BC06-D4EFE403B6FA}" type="datetimeFigureOut">
              <a:rPr lang="es-ES_tradnl" smtClean="0"/>
              <a:t>24/03/2026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D7FB11-D283-F9D3-6185-6A92769E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49C9CB-5157-1D35-39B2-0EDEFDD6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30AEC9-080D-504C-842C-4ABB129094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20739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F9867D-8A9A-5ADA-06D2-5491641E2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F0EC1C-64C1-FDD6-5FF7-1099E3D07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47189C-1DC9-D2C1-7878-AAA888828D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E4096-60EB-374C-BC06-D4EFE403B6FA}" type="datetimeFigureOut">
              <a:rPr lang="es-ES_tradnl" smtClean="0"/>
              <a:t>24/03/2026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7A6866-23B0-6F26-DEEB-F5CBEB269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C72A48-2383-D161-0C1B-595189057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30AEC9-080D-504C-842C-4ABB1290944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5703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4A1D6E5-315F-06AC-D477-9E597859DB42}"/>
              </a:ext>
            </a:extLst>
          </p:cNvPr>
          <p:cNvGrpSpPr>
            <a:grpSpLocks/>
          </p:cNvGrpSpPr>
          <p:nvPr userDrawn="1"/>
        </p:nvGrpSpPr>
        <p:grpSpPr>
          <a:xfrm>
            <a:off x="344657" y="6290533"/>
            <a:ext cx="11212155" cy="571777"/>
            <a:chOff x="157436" y="5165123"/>
            <a:chExt cx="14240695" cy="726224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AE8F7A9E-9437-997F-29C1-E127D01316B7}"/>
                </a:ext>
              </a:extLst>
            </p:cNvPr>
            <p:cNvGrpSpPr>
              <a:grpSpLocks/>
            </p:cNvGrpSpPr>
            <p:nvPr/>
          </p:nvGrpSpPr>
          <p:grpSpPr>
            <a:xfrm>
              <a:off x="157436" y="5165123"/>
              <a:ext cx="6711073" cy="726224"/>
              <a:chOff x="-853579" y="5120689"/>
              <a:chExt cx="11220936" cy="1214246"/>
            </a:xfrm>
          </p:grpSpPr>
          <p:pic>
            <p:nvPicPr>
              <p:cNvPr id="6" name="Imagen 5" descr="Texto&#10;&#10;Descripción generada automáticamente">
                <a:extLst>
                  <a:ext uri="{FF2B5EF4-FFF2-40B4-BE49-F238E27FC236}">
                    <a16:creationId xmlns:a16="http://schemas.microsoft.com/office/drawing/2014/main" id="{F88BC611-ABAC-FEE0-CD97-DC211CA61C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853579" y="5261618"/>
                <a:ext cx="4437490" cy="932398"/>
              </a:xfrm>
              <a:prstGeom prst="rect">
                <a:avLst/>
              </a:prstGeom>
            </p:spPr>
          </p:pic>
          <p:pic>
            <p:nvPicPr>
              <p:cNvPr id="7" name="Imagen 6">
                <a:extLst>
                  <a:ext uri="{FF2B5EF4-FFF2-40B4-BE49-F238E27FC236}">
                    <a16:creationId xmlns:a16="http://schemas.microsoft.com/office/drawing/2014/main" id="{52B705AB-CAA1-3B56-6035-2C658691CF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41871" y="5120689"/>
                <a:ext cx="3225486" cy="1214246"/>
              </a:xfrm>
              <a:prstGeom prst="rect">
                <a:avLst/>
              </a:prstGeom>
            </p:spPr>
          </p:pic>
        </p:grp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4D43A651-1E72-E518-BCF4-16F0AFBAD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12211" y="5249318"/>
              <a:ext cx="885920" cy="557836"/>
            </a:xfrm>
            <a:prstGeom prst="rect">
              <a:avLst/>
            </a:prstGeom>
          </p:spPr>
        </p:pic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2E01A40C-8FCD-7044-85D4-1637B18B53D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15994" y="6246143"/>
            <a:ext cx="1518854" cy="65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67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7720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17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21" r:id="rId8"/>
    <p:sldLayoutId id="2147483722" r:id="rId9"/>
    <p:sldLayoutId id="2147483723" r:id="rId10"/>
    <p:sldLayoutId id="2147483716" r:id="rId11"/>
    <p:sldLayoutId id="2147483717" r:id="rId12"/>
    <p:sldLayoutId id="2147483718" r:id="rId13"/>
    <p:sldLayoutId id="2147483719" r:id="rId14"/>
    <p:sldLayoutId id="2147483747" r:id="rId15"/>
    <p:sldLayoutId id="2147483750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ln>
            <a:noFill/>
          </a:ln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1500" b="1" kern="1200">
          <a:solidFill>
            <a:srgbClr val="C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8C_A1FAF85D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35_913AC57D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87D84-AEE9-A86A-5986-26F8D30F6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EADF06C-F9D5-A671-B8BF-4F61A08BFA93}"/>
              </a:ext>
            </a:extLst>
          </p:cNvPr>
          <p:cNvSpPr txBox="1"/>
          <p:nvPr/>
        </p:nvSpPr>
        <p:spPr>
          <a:xfrm>
            <a:off x="888216" y="4169683"/>
            <a:ext cx="5942652" cy="9233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CO" b="1" noProof="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Ing. Carlos Cipriano Gonzales</a:t>
            </a:r>
          </a:p>
          <a:p>
            <a:r>
              <a:rPr lang="es-CO" b="1" noProof="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Gerente de Transporte, Tránsito y Seguridad Vial</a:t>
            </a:r>
          </a:p>
          <a:p>
            <a:r>
              <a:rPr lang="es-CO" b="1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MUNICIPALIDAD PROVINCIAL DE TRUJILLO</a:t>
            </a:r>
            <a:endParaRPr lang="es-CO" b="1" noProof="0" dirty="0">
              <a:solidFill>
                <a:schemeClr val="tx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76B3BA0-210D-1191-B11C-35E90832CE6E}"/>
              </a:ext>
            </a:extLst>
          </p:cNvPr>
          <p:cNvSpPr txBox="1"/>
          <p:nvPr/>
        </p:nvSpPr>
        <p:spPr>
          <a:xfrm>
            <a:off x="888216" y="2352415"/>
            <a:ext cx="8627733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3600" b="1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Soluciones Tecnológicas para el Transporte Público Urbano</a:t>
            </a:r>
            <a:endParaRPr lang="es-CO" sz="3600" b="1" noProof="0" dirty="0">
              <a:solidFill>
                <a:srgbClr val="0070C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1228177-7570-716A-E40C-BABCB1CC2B60}"/>
              </a:ext>
            </a:extLst>
          </p:cNvPr>
          <p:cNvSpPr txBox="1"/>
          <p:nvPr/>
        </p:nvSpPr>
        <p:spPr>
          <a:xfrm>
            <a:off x="0" y="5959929"/>
            <a:ext cx="1354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/>
              <a:t>Con el apoyo de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0EF97C91-CF4B-BB0F-4204-5457812832DD}"/>
              </a:ext>
            </a:extLst>
          </p:cNvPr>
          <p:cNvGrpSpPr/>
          <p:nvPr/>
        </p:nvGrpSpPr>
        <p:grpSpPr>
          <a:xfrm>
            <a:off x="0" y="93379"/>
            <a:ext cx="12192000" cy="1244606"/>
            <a:chOff x="0" y="93379"/>
            <a:chExt cx="12192000" cy="1244606"/>
          </a:xfrm>
        </p:grpSpPr>
        <p:pic>
          <p:nvPicPr>
            <p:cNvPr id="3" name="Imagen 2" descr="Texto&#10;&#10;El contenido generado por IA puede ser incorrecto.">
              <a:extLst>
                <a:ext uri="{FF2B5EF4-FFF2-40B4-BE49-F238E27FC236}">
                  <a16:creationId xmlns:a16="http://schemas.microsoft.com/office/drawing/2014/main" id="{F22DA9FC-5D4C-8453-4EB5-2EAE75162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5080" y="227126"/>
              <a:ext cx="2195932" cy="815432"/>
            </a:xfrm>
            <a:prstGeom prst="rect">
              <a:avLst/>
            </a:prstGeom>
          </p:spPr>
        </p:pic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05B41258-4B8F-13BE-01E2-E103FA2EFEA6}"/>
                </a:ext>
              </a:extLst>
            </p:cNvPr>
            <p:cNvSpPr/>
            <p:nvPr/>
          </p:nvSpPr>
          <p:spPr>
            <a:xfrm>
              <a:off x="0" y="1279310"/>
              <a:ext cx="6096000" cy="58675"/>
            </a:xfrm>
            <a:prstGeom prst="rect">
              <a:avLst/>
            </a:prstGeom>
            <a:solidFill>
              <a:srgbClr val="0098DA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C44F8F6D-9896-9D6E-31B4-C9F237E0D474}"/>
                </a:ext>
              </a:extLst>
            </p:cNvPr>
            <p:cNvSpPr/>
            <p:nvPr/>
          </p:nvSpPr>
          <p:spPr>
            <a:xfrm>
              <a:off x="6096000" y="1279310"/>
              <a:ext cx="6096000" cy="58675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7B3EF5D7-A5A6-A5BB-95FB-14BAC7FCC9D1}"/>
                </a:ext>
              </a:extLst>
            </p:cNvPr>
            <p:cNvSpPr txBox="1"/>
            <p:nvPr/>
          </p:nvSpPr>
          <p:spPr>
            <a:xfrm>
              <a:off x="8373035" y="93379"/>
              <a:ext cx="186905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“ Trujillo</a:t>
              </a:r>
            </a:p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AVANZA ”</a:t>
              </a:r>
              <a:endParaRPr lang="es-PE" sz="3200" i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095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9861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lang="es-CO" noProof="0">
              <a:solidFill>
                <a:srgbClr val="00B05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3463" y="909955"/>
            <a:ext cx="3648075" cy="22955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28212" y="3575543"/>
            <a:ext cx="6638459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3600" b="1" spc="-5" noProof="0" dirty="0">
                <a:solidFill>
                  <a:srgbClr val="FFFFFF"/>
                </a:solidFill>
                <a:latin typeface="Arial"/>
                <a:cs typeface="Arial"/>
              </a:rPr>
              <a:t>Situación previa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47E8FD13-AA95-7330-BB22-B14D80E81EA6}"/>
              </a:ext>
            </a:extLst>
          </p:cNvPr>
          <p:cNvCxnSpPr>
            <a:cxnSpLocks/>
          </p:cNvCxnSpPr>
          <p:nvPr/>
        </p:nvCxnSpPr>
        <p:spPr>
          <a:xfrm>
            <a:off x="2869324" y="3860878"/>
            <a:ext cx="0" cy="2997122"/>
          </a:xfrm>
          <a:prstGeom prst="line">
            <a:avLst/>
          </a:prstGeom>
          <a:ln w="76200">
            <a:solidFill>
              <a:schemeClr val="bg1"/>
            </a:solidFill>
            <a:prstDash val="sysDash"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313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13D92-0A5F-12B1-076B-48660D586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5">
            <a:extLst>
              <a:ext uri="{FF2B5EF4-FFF2-40B4-BE49-F238E27FC236}">
                <a16:creationId xmlns:a16="http://schemas.microsoft.com/office/drawing/2014/main" id="{076362F8-D586-5EA2-A6B3-D9C90A11EDE8}"/>
              </a:ext>
            </a:extLst>
          </p:cNvPr>
          <p:cNvSpPr/>
          <p:nvPr/>
        </p:nvSpPr>
        <p:spPr>
          <a:xfrm>
            <a:off x="316451" y="2181209"/>
            <a:ext cx="11559097" cy="27853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CO" sz="4000" noProof="0" dirty="0">
                <a:latin typeface="Poppins" pitchFamily="2" charset="77"/>
                <a:ea typeface="+mj-ea"/>
                <a:cs typeface="Poppins" pitchFamily="2" charset="77"/>
              </a:rPr>
              <a:t>XYZ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CO" sz="4000" dirty="0">
                <a:latin typeface="Poppins" pitchFamily="2" charset="77"/>
                <a:ea typeface="+mj-ea"/>
                <a:cs typeface="Poppins" pitchFamily="2" charset="77"/>
              </a:rPr>
              <a:t>XYZ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CO" sz="4000" noProof="0" dirty="0">
                <a:latin typeface="Poppins" pitchFamily="2" charset="77"/>
                <a:ea typeface="+mj-ea"/>
                <a:cs typeface="Poppins" pitchFamily="2" charset="77"/>
              </a:rPr>
              <a:t>XYZ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8B4B19D-CE8F-668A-80DE-44BFFE6AFDF3}"/>
              </a:ext>
            </a:extLst>
          </p:cNvPr>
          <p:cNvSpPr txBox="1"/>
          <p:nvPr/>
        </p:nvSpPr>
        <p:spPr>
          <a:xfrm>
            <a:off x="0" y="5959929"/>
            <a:ext cx="1354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/>
              <a:t>Con el apoyo de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4F1E2099-D549-449A-8448-3CD905AB79FB}"/>
              </a:ext>
            </a:extLst>
          </p:cNvPr>
          <p:cNvSpPr txBox="1"/>
          <p:nvPr/>
        </p:nvSpPr>
        <p:spPr>
          <a:xfrm>
            <a:off x="0" y="1401521"/>
            <a:ext cx="12192000" cy="492443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CO" sz="3200" b="1" spc="9" noProof="0" dirty="0">
                <a:solidFill>
                  <a:schemeClr val="bg1"/>
                </a:solidFill>
                <a:latin typeface="Poppins" panose="00000500000000000000" pitchFamily="2" charset="0"/>
                <a:ea typeface="Archivo Black"/>
                <a:cs typeface="Poppins" panose="00000500000000000000" pitchFamily="2" charset="0"/>
                <a:sym typeface="Archivo Black"/>
              </a:rPr>
              <a:t>Situación Previa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391D87F-0A4B-BE32-049F-74E24C691E8D}"/>
              </a:ext>
            </a:extLst>
          </p:cNvPr>
          <p:cNvGrpSpPr/>
          <p:nvPr/>
        </p:nvGrpSpPr>
        <p:grpSpPr>
          <a:xfrm>
            <a:off x="0" y="93379"/>
            <a:ext cx="12192000" cy="1244606"/>
            <a:chOff x="0" y="93379"/>
            <a:chExt cx="12192000" cy="1244606"/>
          </a:xfrm>
        </p:grpSpPr>
        <p:pic>
          <p:nvPicPr>
            <p:cNvPr id="3" name="Imagen 2" descr="Texto&#10;&#10;El contenido generado por IA puede ser incorrecto.">
              <a:extLst>
                <a:ext uri="{FF2B5EF4-FFF2-40B4-BE49-F238E27FC236}">
                  <a16:creationId xmlns:a16="http://schemas.microsoft.com/office/drawing/2014/main" id="{C71E8E85-5807-D963-4D0D-F429B8F33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5080" y="227126"/>
              <a:ext cx="2195932" cy="815432"/>
            </a:xfrm>
            <a:prstGeom prst="rect">
              <a:avLst/>
            </a:prstGeom>
          </p:spPr>
        </p:pic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619BC80B-9D4E-6A82-AAE5-7E703107402C}"/>
                </a:ext>
              </a:extLst>
            </p:cNvPr>
            <p:cNvSpPr/>
            <p:nvPr/>
          </p:nvSpPr>
          <p:spPr>
            <a:xfrm>
              <a:off x="0" y="1279310"/>
              <a:ext cx="6096000" cy="58675"/>
            </a:xfrm>
            <a:prstGeom prst="rect">
              <a:avLst/>
            </a:prstGeom>
            <a:solidFill>
              <a:srgbClr val="0098DA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2BBC6B3-D025-7A1B-AB37-F46AB0C9D5C3}"/>
                </a:ext>
              </a:extLst>
            </p:cNvPr>
            <p:cNvSpPr/>
            <p:nvPr/>
          </p:nvSpPr>
          <p:spPr>
            <a:xfrm>
              <a:off x="6096000" y="1279310"/>
              <a:ext cx="6096000" cy="58675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6A28C386-40DD-17E8-57B2-CCB5798B7587}"/>
                </a:ext>
              </a:extLst>
            </p:cNvPr>
            <p:cNvSpPr txBox="1"/>
            <p:nvPr/>
          </p:nvSpPr>
          <p:spPr>
            <a:xfrm>
              <a:off x="8373035" y="93379"/>
              <a:ext cx="186905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“ Trujillo</a:t>
              </a:r>
            </a:p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AVANZA ”</a:t>
              </a:r>
              <a:endParaRPr lang="es-PE" sz="3200" i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824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9C5F5-D441-9BD1-6013-A57D6B837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5">
            <a:extLst>
              <a:ext uri="{FF2B5EF4-FFF2-40B4-BE49-F238E27FC236}">
                <a16:creationId xmlns:a16="http://schemas.microsoft.com/office/drawing/2014/main" id="{C981B700-F34E-7C99-8ED2-DCB2B07F7E5F}"/>
              </a:ext>
            </a:extLst>
          </p:cNvPr>
          <p:cNvSpPr/>
          <p:nvPr/>
        </p:nvSpPr>
        <p:spPr>
          <a:xfrm>
            <a:off x="316451" y="2181209"/>
            <a:ext cx="11559097" cy="27853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CO" sz="4000" noProof="0" dirty="0">
                <a:latin typeface="Poppins" pitchFamily="2" charset="77"/>
                <a:ea typeface="+mj-ea"/>
                <a:cs typeface="Poppins" pitchFamily="2" charset="77"/>
              </a:rPr>
              <a:t>XYZ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CO" sz="4000" dirty="0">
                <a:latin typeface="Poppins" pitchFamily="2" charset="77"/>
                <a:ea typeface="+mj-ea"/>
                <a:cs typeface="Poppins" pitchFamily="2" charset="77"/>
              </a:rPr>
              <a:t>XYZ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CO" sz="4000" noProof="0" dirty="0">
                <a:latin typeface="Poppins" pitchFamily="2" charset="77"/>
                <a:ea typeface="+mj-ea"/>
                <a:cs typeface="Poppins" pitchFamily="2" charset="77"/>
              </a:rPr>
              <a:t>XYZ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D25FC5C-C212-6ACF-DB94-1FBEA64BDA43}"/>
              </a:ext>
            </a:extLst>
          </p:cNvPr>
          <p:cNvSpPr txBox="1"/>
          <p:nvPr/>
        </p:nvSpPr>
        <p:spPr>
          <a:xfrm>
            <a:off x="0" y="5959929"/>
            <a:ext cx="1354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/>
              <a:t>Con el apoyo de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71BCD711-3903-6619-E526-2B0FB06C66FA}"/>
              </a:ext>
            </a:extLst>
          </p:cNvPr>
          <p:cNvSpPr txBox="1"/>
          <p:nvPr/>
        </p:nvSpPr>
        <p:spPr>
          <a:xfrm>
            <a:off x="0" y="1401521"/>
            <a:ext cx="12192000" cy="492443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CO" sz="3200" b="1" spc="9" noProof="0" dirty="0">
                <a:solidFill>
                  <a:schemeClr val="bg1"/>
                </a:solidFill>
                <a:latin typeface="Poppins" panose="00000500000000000000" pitchFamily="2" charset="0"/>
                <a:ea typeface="Archivo Black"/>
                <a:cs typeface="Poppins" panose="00000500000000000000" pitchFamily="2" charset="0"/>
                <a:sym typeface="Archivo Black"/>
              </a:rPr>
              <a:t>Situación Previa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6517A27-27C2-C433-A14B-342F11021CAE}"/>
              </a:ext>
            </a:extLst>
          </p:cNvPr>
          <p:cNvGrpSpPr/>
          <p:nvPr/>
        </p:nvGrpSpPr>
        <p:grpSpPr>
          <a:xfrm>
            <a:off x="0" y="93379"/>
            <a:ext cx="12192000" cy="1244606"/>
            <a:chOff x="0" y="93379"/>
            <a:chExt cx="12192000" cy="1244606"/>
          </a:xfrm>
        </p:grpSpPr>
        <p:pic>
          <p:nvPicPr>
            <p:cNvPr id="3" name="Imagen 2" descr="Texto&#10;&#10;El contenido generado por IA puede ser incorrecto.">
              <a:extLst>
                <a:ext uri="{FF2B5EF4-FFF2-40B4-BE49-F238E27FC236}">
                  <a16:creationId xmlns:a16="http://schemas.microsoft.com/office/drawing/2014/main" id="{B4C02534-C745-AAA7-2861-8A4C41D77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5080" y="227126"/>
              <a:ext cx="2195932" cy="815432"/>
            </a:xfrm>
            <a:prstGeom prst="rect">
              <a:avLst/>
            </a:prstGeom>
          </p:spPr>
        </p:pic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5A203A5-6BEE-030B-68EB-A690701F1B93}"/>
                </a:ext>
              </a:extLst>
            </p:cNvPr>
            <p:cNvSpPr/>
            <p:nvPr/>
          </p:nvSpPr>
          <p:spPr>
            <a:xfrm>
              <a:off x="0" y="1279310"/>
              <a:ext cx="6096000" cy="58675"/>
            </a:xfrm>
            <a:prstGeom prst="rect">
              <a:avLst/>
            </a:prstGeom>
            <a:solidFill>
              <a:srgbClr val="0098DA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482491E-8E72-161E-9519-ACA2F7E39B56}"/>
                </a:ext>
              </a:extLst>
            </p:cNvPr>
            <p:cNvSpPr/>
            <p:nvPr/>
          </p:nvSpPr>
          <p:spPr>
            <a:xfrm>
              <a:off x="6096000" y="1279310"/>
              <a:ext cx="6096000" cy="58675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C8164E3-2271-B902-721F-5AB5EAEEDF79}"/>
                </a:ext>
              </a:extLst>
            </p:cNvPr>
            <p:cNvSpPr txBox="1"/>
            <p:nvPr/>
          </p:nvSpPr>
          <p:spPr>
            <a:xfrm>
              <a:off x="8373035" y="93379"/>
              <a:ext cx="186905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“ Trujillo</a:t>
              </a:r>
            </a:p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AVANZA ”</a:t>
              </a:r>
              <a:endParaRPr lang="es-PE" sz="3200" i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328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61820-5DAB-C9B0-D834-465BAEECE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682C3B-7533-6B31-7B3F-775A5E3E41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 lang="es-CO" noProof="0">
              <a:solidFill>
                <a:srgbClr val="00B050"/>
              </a:solidFill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94CC3B1-6185-BF2E-AD09-85AC484C85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3463" y="909955"/>
            <a:ext cx="3648075" cy="229552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77154F14-CA56-7927-F1FE-DB29813C2A9E}"/>
              </a:ext>
            </a:extLst>
          </p:cNvPr>
          <p:cNvSpPr txBox="1"/>
          <p:nvPr/>
        </p:nvSpPr>
        <p:spPr>
          <a:xfrm>
            <a:off x="3228212" y="3575543"/>
            <a:ext cx="6638459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3600" b="1" spc="-5" noProof="0" dirty="0">
                <a:solidFill>
                  <a:srgbClr val="FFFFFF"/>
                </a:solidFill>
                <a:latin typeface="Arial"/>
                <a:cs typeface="Arial"/>
              </a:rPr>
              <a:t>Proceso de implementación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13B3781-94DF-762F-21F7-438633285A69}"/>
              </a:ext>
            </a:extLst>
          </p:cNvPr>
          <p:cNvCxnSpPr>
            <a:cxnSpLocks/>
          </p:cNvCxnSpPr>
          <p:nvPr/>
        </p:nvCxnSpPr>
        <p:spPr>
          <a:xfrm>
            <a:off x="2869324" y="3860878"/>
            <a:ext cx="0" cy="2997122"/>
          </a:xfrm>
          <a:prstGeom prst="line">
            <a:avLst/>
          </a:prstGeom>
          <a:ln w="76200">
            <a:solidFill>
              <a:schemeClr val="bg1"/>
            </a:solidFill>
            <a:prstDash val="sysDash"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5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39B5-CDDE-3CAF-C9EE-F24569BD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E2FFD19-93EC-8BBF-55B9-549836C30346}"/>
              </a:ext>
            </a:extLst>
          </p:cNvPr>
          <p:cNvSpPr/>
          <p:nvPr/>
        </p:nvSpPr>
        <p:spPr>
          <a:xfrm>
            <a:off x="1178249" y="680956"/>
            <a:ext cx="865318" cy="336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59CFABB-20A0-4BCA-3B7C-3831951C9DB5}"/>
              </a:ext>
            </a:extLst>
          </p:cNvPr>
          <p:cNvSpPr txBox="1"/>
          <p:nvPr/>
        </p:nvSpPr>
        <p:spPr>
          <a:xfrm>
            <a:off x="0" y="5959929"/>
            <a:ext cx="1354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/>
              <a:t>Con el apoyo de</a:t>
            </a:r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0B06970C-2523-1809-52F5-C5E766B89799}"/>
              </a:ext>
            </a:extLst>
          </p:cNvPr>
          <p:cNvSpPr txBox="1"/>
          <p:nvPr/>
        </p:nvSpPr>
        <p:spPr>
          <a:xfrm>
            <a:off x="0" y="1401521"/>
            <a:ext cx="12192000" cy="492443"/>
          </a:xfrm>
          <a:prstGeom prst="rect">
            <a:avLst/>
          </a:prstGeom>
          <a:solidFill>
            <a:srgbClr val="00B050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CO" sz="3200" b="1" spc="9" noProof="0" dirty="0">
                <a:solidFill>
                  <a:schemeClr val="bg1"/>
                </a:solidFill>
                <a:latin typeface="Poppins" panose="00000500000000000000" pitchFamily="2" charset="0"/>
                <a:ea typeface="Archivo Black"/>
                <a:cs typeface="Poppins" panose="00000500000000000000" pitchFamily="2" charset="0"/>
                <a:sym typeface="Archivo Black"/>
              </a:rPr>
              <a:t>Proceso de implementación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DD29CDA6-B3A6-2446-EA11-D5DAE3FC192F}"/>
              </a:ext>
            </a:extLst>
          </p:cNvPr>
          <p:cNvGrpSpPr/>
          <p:nvPr/>
        </p:nvGrpSpPr>
        <p:grpSpPr>
          <a:xfrm>
            <a:off x="0" y="93379"/>
            <a:ext cx="12192000" cy="1244606"/>
            <a:chOff x="0" y="93379"/>
            <a:chExt cx="12192000" cy="1244606"/>
          </a:xfrm>
        </p:grpSpPr>
        <p:pic>
          <p:nvPicPr>
            <p:cNvPr id="3" name="Imagen 2" descr="Texto&#10;&#10;El contenido generado por IA puede ser incorrecto.">
              <a:extLst>
                <a:ext uri="{FF2B5EF4-FFF2-40B4-BE49-F238E27FC236}">
                  <a16:creationId xmlns:a16="http://schemas.microsoft.com/office/drawing/2014/main" id="{1B25D61E-9186-0AEF-1563-B0C4E7455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5080" y="227126"/>
              <a:ext cx="2195932" cy="815432"/>
            </a:xfrm>
            <a:prstGeom prst="rect">
              <a:avLst/>
            </a:prstGeom>
          </p:spPr>
        </p:pic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8B2EF937-7281-E30F-C7F0-C80E9A3286FF}"/>
                </a:ext>
              </a:extLst>
            </p:cNvPr>
            <p:cNvSpPr/>
            <p:nvPr/>
          </p:nvSpPr>
          <p:spPr>
            <a:xfrm>
              <a:off x="0" y="1279310"/>
              <a:ext cx="6096000" cy="58675"/>
            </a:xfrm>
            <a:prstGeom prst="rect">
              <a:avLst/>
            </a:prstGeom>
            <a:solidFill>
              <a:srgbClr val="0098DA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233054EA-E212-6166-0883-061756909745}"/>
                </a:ext>
              </a:extLst>
            </p:cNvPr>
            <p:cNvSpPr/>
            <p:nvPr/>
          </p:nvSpPr>
          <p:spPr>
            <a:xfrm>
              <a:off x="6096000" y="1279310"/>
              <a:ext cx="6096000" cy="58675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444E4B9-C9D6-B0A6-4E27-24B24BC2E5DE}"/>
                </a:ext>
              </a:extLst>
            </p:cNvPr>
            <p:cNvSpPr txBox="1"/>
            <p:nvPr/>
          </p:nvSpPr>
          <p:spPr>
            <a:xfrm>
              <a:off x="8373035" y="93379"/>
              <a:ext cx="186905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“ Trujillo</a:t>
              </a:r>
            </a:p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AVANZA ”</a:t>
              </a:r>
              <a:endParaRPr lang="es-PE" sz="3200" i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092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8910A-06DE-6F75-F7DE-36F190619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367F4F1-FA88-B622-4646-25D18773859A}"/>
              </a:ext>
            </a:extLst>
          </p:cNvPr>
          <p:cNvSpPr/>
          <p:nvPr/>
        </p:nvSpPr>
        <p:spPr>
          <a:xfrm>
            <a:off x="1178249" y="680956"/>
            <a:ext cx="865318" cy="336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C2A2882-58D1-67C9-07D9-0D8E74393903}"/>
              </a:ext>
            </a:extLst>
          </p:cNvPr>
          <p:cNvSpPr txBox="1"/>
          <p:nvPr/>
        </p:nvSpPr>
        <p:spPr>
          <a:xfrm>
            <a:off x="0" y="5959929"/>
            <a:ext cx="1354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/>
              <a:t>Con el apoyo de</a:t>
            </a:r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90F21B70-54CF-9453-A304-909778EC8F61}"/>
              </a:ext>
            </a:extLst>
          </p:cNvPr>
          <p:cNvSpPr txBox="1"/>
          <p:nvPr/>
        </p:nvSpPr>
        <p:spPr>
          <a:xfrm>
            <a:off x="0" y="1401521"/>
            <a:ext cx="12192000" cy="492443"/>
          </a:xfrm>
          <a:prstGeom prst="rect">
            <a:avLst/>
          </a:prstGeom>
          <a:solidFill>
            <a:srgbClr val="00B050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CO" sz="3200" b="1" spc="9" noProof="0" dirty="0">
                <a:solidFill>
                  <a:schemeClr val="bg1"/>
                </a:solidFill>
                <a:latin typeface="Poppins" panose="00000500000000000000" pitchFamily="2" charset="0"/>
                <a:ea typeface="Archivo Black"/>
                <a:cs typeface="Poppins" panose="00000500000000000000" pitchFamily="2" charset="0"/>
                <a:sym typeface="Archivo Black"/>
              </a:rPr>
              <a:t>Proceso de implementación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C747E57-BB82-11A7-4CD6-39F97ADB59B3}"/>
              </a:ext>
            </a:extLst>
          </p:cNvPr>
          <p:cNvGrpSpPr/>
          <p:nvPr/>
        </p:nvGrpSpPr>
        <p:grpSpPr>
          <a:xfrm>
            <a:off x="0" y="93379"/>
            <a:ext cx="12192000" cy="1244606"/>
            <a:chOff x="0" y="93379"/>
            <a:chExt cx="12192000" cy="1244606"/>
          </a:xfrm>
        </p:grpSpPr>
        <p:pic>
          <p:nvPicPr>
            <p:cNvPr id="3" name="Imagen 2" descr="Texto&#10;&#10;El contenido generado por IA puede ser incorrecto.">
              <a:extLst>
                <a:ext uri="{FF2B5EF4-FFF2-40B4-BE49-F238E27FC236}">
                  <a16:creationId xmlns:a16="http://schemas.microsoft.com/office/drawing/2014/main" id="{942B40EA-6F50-E08E-EC00-85A7FD50D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5080" y="227126"/>
              <a:ext cx="2195932" cy="815432"/>
            </a:xfrm>
            <a:prstGeom prst="rect">
              <a:avLst/>
            </a:prstGeom>
          </p:spPr>
        </p:pic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EBB3DF7-BE91-BCD9-1EF3-436229B1BC0F}"/>
                </a:ext>
              </a:extLst>
            </p:cNvPr>
            <p:cNvSpPr/>
            <p:nvPr/>
          </p:nvSpPr>
          <p:spPr>
            <a:xfrm>
              <a:off x="0" y="1279310"/>
              <a:ext cx="6096000" cy="58675"/>
            </a:xfrm>
            <a:prstGeom prst="rect">
              <a:avLst/>
            </a:prstGeom>
            <a:solidFill>
              <a:srgbClr val="0098DA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20780BE-F110-D490-6FAE-67FEBEB9BE71}"/>
                </a:ext>
              </a:extLst>
            </p:cNvPr>
            <p:cNvSpPr/>
            <p:nvPr/>
          </p:nvSpPr>
          <p:spPr>
            <a:xfrm>
              <a:off x="6096000" y="1279310"/>
              <a:ext cx="6096000" cy="58675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C9DD3F4F-9B9B-0808-C03D-9891CA0BB6C7}"/>
                </a:ext>
              </a:extLst>
            </p:cNvPr>
            <p:cNvSpPr txBox="1"/>
            <p:nvPr/>
          </p:nvSpPr>
          <p:spPr>
            <a:xfrm>
              <a:off x="8373035" y="93379"/>
              <a:ext cx="186905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“ Trujillo</a:t>
              </a:r>
            </a:p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AVANZA ”</a:t>
              </a:r>
              <a:endParaRPr lang="es-PE" sz="3200" i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703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3D21-55FE-42F8-E0B0-27422F8DA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B853850-48C1-3363-E8B4-0FD737FCB2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lang="es-CO" noProof="0">
              <a:solidFill>
                <a:srgbClr val="00B050"/>
              </a:solidFill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7EFD5A7-1C55-4399-BF80-CA57627EF9F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3463" y="909955"/>
            <a:ext cx="3648075" cy="229552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FB92609B-F9FF-C02E-58C7-19930E05AE4E}"/>
              </a:ext>
            </a:extLst>
          </p:cNvPr>
          <p:cNvSpPr txBox="1"/>
          <p:nvPr/>
        </p:nvSpPr>
        <p:spPr>
          <a:xfrm>
            <a:off x="3228212" y="3575543"/>
            <a:ext cx="6638459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3600" b="1" spc="-5" noProof="0" dirty="0">
                <a:solidFill>
                  <a:srgbClr val="FFFFFF"/>
                </a:solidFill>
                <a:latin typeface="Arial"/>
                <a:cs typeface="Arial"/>
              </a:rPr>
              <a:t>Aplicativo XYZ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6D6941F-C16D-3C02-E950-CFFAD69D547A}"/>
              </a:ext>
            </a:extLst>
          </p:cNvPr>
          <p:cNvCxnSpPr>
            <a:cxnSpLocks/>
          </p:cNvCxnSpPr>
          <p:nvPr/>
        </p:nvCxnSpPr>
        <p:spPr>
          <a:xfrm>
            <a:off x="2869324" y="3860878"/>
            <a:ext cx="0" cy="2997122"/>
          </a:xfrm>
          <a:prstGeom prst="line">
            <a:avLst/>
          </a:prstGeom>
          <a:ln w="76200">
            <a:solidFill>
              <a:schemeClr val="bg1"/>
            </a:solidFill>
            <a:prstDash val="sysDash"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903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DBBB6-5236-6B04-C816-A67B073D5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D399166-9BAD-CB76-8246-2AD15E429305}"/>
              </a:ext>
            </a:extLst>
          </p:cNvPr>
          <p:cNvSpPr txBox="1"/>
          <p:nvPr/>
        </p:nvSpPr>
        <p:spPr>
          <a:xfrm>
            <a:off x="0" y="5959929"/>
            <a:ext cx="1354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/>
              <a:t>Con el apoyo de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C9D71A92-DC19-A07F-20C9-E6921FE49521}"/>
              </a:ext>
            </a:extLst>
          </p:cNvPr>
          <p:cNvSpPr txBox="1"/>
          <p:nvPr/>
        </p:nvSpPr>
        <p:spPr>
          <a:xfrm>
            <a:off x="0" y="1401521"/>
            <a:ext cx="12192000" cy="492443"/>
          </a:xfrm>
          <a:prstGeom prst="rect">
            <a:avLst/>
          </a:prstGeom>
          <a:solidFill>
            <a:srgbClr val="002060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CO" sz="3200" b="1" spc="9" noProof="0" dirty="0">
                <a:solidFill>
                  <a:schemeClr val="bg1"/>
                </a:solidFill>
                <a:latin typeface="Poppins" panose="00000500000000000000" pitchFamily="2" charset="0"/>
                <a:ea typeface="Archivo Black"/>
                <a:cs typeface="Poppins" panose="00000500000000000000" pitchFamily="2" charset="0"/>
                <a:sym typeface="Archivo Black"/>
              </a:rPr>
              <a:t>Aplicativo XYZ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7C8D7A0-E350-B6CE-03F0-F14C00BE1B49}"/>
              </a:ext>
            </a:extLst>
          </p:cNvPr>
          <p:cNvGrpSpPr/>
          <p:nvPr/>
        </p:nvGrpSpPr>
        <p:grpSpPr>
          <a:xfrm>
            <a:off x="0" y="93379"/>
            <a:ext cx="12192000" cy="1244606"/>
            <a:chOff x="0" y="93379"/>
            <a:chExt cx="12192000" cy="1244606"/>
          </a:xfrm>
        </p:grpSpPr>
        <p:pic>
          <p:nvPicPr>
            <p:cNvPr id="3" name="Imagen 2" descr="Texto&#10;&#10;El contenido generado por IA puede ser incorrecto.">
              <a:extLst>
                <a:ext uri="{FF2B5EF4-FFF2-40B4-BE49-F238E27FC236}">
                  <a16:creationId xmlns:a16="http://schemas.microsoft.com/office/drawing/2014/main" id="{EFE090F4-F57D-0FAD-B464-136DBAA6D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5080" y="227126"/>
              <a:ext cx="2195932" cy="815432"/>
            </a:xfrm>
            <a:prstGeom prst="rect">
              <a:avLst/>
            </a:prstGeom>
          </p:spPr>
        </p:pic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0682A865-C15A-7D77-8DE8-C62BFB08AC65}"/>
                </a:ext>
              </a:extLst>
            </p:cNvPr>
            <p:cNvSpPr/>
            <p:nvPr/>
          </p:nvSpPr>
          <p:spPr>
            <a:xfrm>
              <a:off x="0" y="1279310"/>
              <a:ext cx="6096000" cy="58675"/>
            </a:xfrm>
            <a:prstGeom prst="rect">
              <a:avLst/>
            </a:prstGeom>
            <a:solidFill>
              <a:srgbClr val="0098DA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06467394-ABA2-6C8A-6745-E770A0732BB9}"/>
                </a:ext>
              </a:extLst>
            </p:cNvPr>
            <p:cNvSpPr/>
            <p:nvPr/>
          </p:nvSpPr>
          <p:spPr>
            <a:xfrm>
              <a:off x="6096000" y="1279310"/>
              <a:ext cx="6096000" cy="58675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DE51A77-BE29-5069-F310-04D94D0D79EC}"/>
                </a:ext>
              </a:extLst>
            </p:cNvPr>
            <p:cNvSpPr txBox="1"/>
            <p:nvPr/>
          </p:nvSpPr>
          <p:spPr>
            <a:xfrm>
              <a:off x="8373035" y="93379"/>
              <a:ext cx="186905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“ Trujillo</a:t>
              </a:r>
            </a:p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AVANZA ”</a:t>
              </a:r>
              <a:endParaRPr lang="es-PE" sz="3200" i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4817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2E92B-2922-B523-4143-A26649E8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BD14BC6-B951-8632-CA78-82D141FA9FBA}"/>
              </a:ext>
            </a:extLst>
          </p:cNvPr>
          <p:cNvSpPr txBox="1"/>
          <p:nvPr/>
        </p:nvSpPr>
        <p:spPr>
          <a:xfrm>
            <a:off x="0" y="5959929"/>
            <a:ext cx="1354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/>
              <a:t>Con el apoyo de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43D50174-22E5-3455-743D-795FD03E9C87}"/>
              </a:ext>
            </a:extLst>
          </p:cNvPr>
          <p:cNvSpPr txBox="1"/>
          <p:nvPr/>
        </p:nvSpPr>
        <p:spPr>
          <a:xfrm>
            <a:off x="0" y="1401521"/>
            <a:ext cx="12192000" cy="492443"/>
          </a:xfrm>
          <a:prstGeom prst="rect">
            <a:avLst/>
          </a:prstGeom>
          <a:solidFill>
            <a:srgbClr val="002060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CO" sz="3200" b="1" spc="9" noProof="0" dirty="0">
                <a:solidFill>
                  <a:schemeClr val="bg1"/>
                </a:solidFill>
                <a:latin typeface="Poppins" panose="00000500000000000000" pitchFamily="2" charset="0"/>
                <a:ea typeface="Archivo Black"/>
                <a:cs typeface="Poppins" panose="00000500000000000000" pitchFamily="2" charset="0"/>
                <a:sym typeface="Archivo Black"/>
              </a:rPr>
              <a:t>Aplicativo XYZ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229D6F9A-0A7E-77DE-347C-68EB01DB0B90}"/>
              </a:ext>
            </a:extLst>
          </p:cNvPr>
          <p:cNvGrpSpPr/>
          <p:nvPr/>
        </p:nvGrpSpPr>
        <p:grpSpPr>
          <a:xfrm>
            <a:off x="0" y="93379"/>
            <a:ext cx="12192000" cy="1244606"/>
            <a:chOff x="0" y="93379"/>
            <a:chExt cx="12192000" cy="1244606"/>
          </a:xfrm>
        </p:grpSpPr>
        <p:pic>
          <p:nvPicPr>
            <p:cNvPr id="3" name="Imagen 2" descr="Texto&#10;&#10;El contenido generado por IA puede ser incorrecto.">
              <a:extLst>
                <a:ext uri="{FF2B5EF4-FFF2-40B4-BE49-F238E27FC236}">
                  <a16:creationId xmlns:a16="http://schemas.microsoft.com/office/drawing/2014/main" id="{92C6F25C-07F2-C77E-D1B4-374099F9D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5080" y="227126"/>
              <a:ext cx="2195932" cy="815432"/>
            </a:xfrm>
            <a:prstGeom prst="rect">
              <a:avLst/>
            </a:prstGeom>
          </p:spPr>
        </p:pic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9E09E5A1-5C65-C76E-118B-B5C3EC4EB13D}"/>
                </a:ext>
              </a:extLst>
            </p:cNvPr>
            <p:cNvSpPr/>
            <p:nvPr/>
          </p:nvSpPr>
          <p:spPr>
            <a:xfrm>
              <a:off x="0" y="1279310"/>
              <a:ext cx="6096000" cy="58675"/>
            </a:xfrm>
            <a:prstGeom prst="rect">
              <a:avLst/>
            </a:prstGeom>
            <a:solidFill>
              <a:srgbClr val="0098DA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595180D-9A6C-63E9-77CA-91CFB46D4C99}"/>
                </a:ext>
              </a:extLst>
            </p:cNvPr>
            <p:cNvSpPr/>
            <p:nvPr/>
          </p:nvSpPr>
          <p:spPr>
            <a:xfrm>
              <a:off x="6096000" y="1279310"/>
              <a:ext cx="6096000" cy="58675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6E8ED1BF-583A-BD15-10B0-242FA5EB9B1B}"/>
                </a:ext>
              </a:extLst>
            </p:cNvPr>
            <p:cNvSpPr txBox="1"/>
            <p:nvPr/>
          </p:nvSpPr>
          <p:spPr>
            <a:xfrm>
              <a:off x="8373035" y="93379"/>
              <a:ext cx="186905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“ Trujillo</a:t>
              </a:r>
            </a:p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AVANZA ”</a:t>
              </a:r>
              <a:endParaRPr lang="es-PE" sz="3200" i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767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EB0B-2CB7-0B39-3CF9-124CF822D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64D365F-4406-12BD-E080-7F29598B4D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 lang="es-CO" noProof="0">
              <a:solidFill>
                <a:srgbClr val="00B050"/>
              </a:solidFill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A3DE7B7-1F1D-A59C-CBF1-36D0DAE80E7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3463" y="909955"/>
            <a:ext cx="3648075" cy="229552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787F4EB-5844-FCFE-5AFF-6430949D0305}"/>
              </a:ext>
            </a:extLst>
          </p:cNvPr>
          <p:cNvSpPr txBox="1"/>
          <p:nvPr/>
        </p:nvSpPr>
        <p:spPr>
          <a:xfrm>
            <a:off x="3228212" y="3575543"/>
            <a:ext cx="6638459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3600" b="1" spc="-5" noProof="0" dirty="0">
                <a:solidFill>
                  <a:srgbClr val="FFFFFF"/>
                </a:solidFill>
                <a:latin typeface="Arial"/>
                <a:cs typeface="Arial"/>
              </a:rPr>
              <a:t>Documentos de respaldo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5D31E21-7A5D-3204-6682-E5815ECA598D}"/>
              </a:ext>
            </a:extLst>
          </p:cNvPr>
          <p:cNvCxnSpPr>
            <a:cxnSpLocks/>
          </p:cNvCxnSpPr>
          <p:nvPr/>
        </p:nvCxnSpPr>
        <p:spPr>
          <a:xfrm>
            <a:off x="2869324" y="3860878"/>
            <a:ext cx="0" cy="2997122"/>
          </a:xfrm>
          <a:prstGeom prst="line">
            <a:avLst/>
          </a:prstGeom>
          <a:ln w="76200">
            <a:solidFill>
              <a:schemeClr val="bg1"/>
            </a:solidFill>
            <a:prstDash val="sysDash"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135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FC2C3-7795-BC33-2A9D-BACB4FAB7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5">
            <a:extLst>
              <a:ext uri="{FF2B5EF4-FFF2-40B4-BE49-F238E27FC236}">
                <a16:creationId xmlns:a16="http://schemas.microsoft.com/office/drawing/2014/main" id="{EC52B8E0-A43E-0179-CE1F-7B7FBAA66C50}"/>
              </a:ext>
            </a:extLst>
          </p:cNvPr>
          <p:cNvSpPr/>
          <p:nvPr/>
        </p:nvSpPr>
        <p:spPr>
          <a:xfrm>
            <a:off x="5089991" y="2998113"/>
            <a:ext cx="631902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CO" sz="3600" noProof="0" dirty="0">
                <a:latin typeface="Poppins" pitchFamily="2" charset="77"/>
                <a:ea typeface="+mj-ea"/>
                <a:cs typeface="Poppins" pitchFamily="2" charset="77"/>
              </a:rPr>
              <a:t>XYZ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D66859-19D0-66D8-5DE9-6F6A7235E4A6}"/>
              </a:ext>
            </a:extLst>
          </p:cNvPr>
          <p:cNvSpPr txBox="1"/>
          <p:nvPr/>
        </p:nvSpPr>
        <p:spPr>
          <a:xfrm>
            <a:off x="0" y="5959929"/>
            <a:ext cx="1354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/>
              <a:t>Con el apoyo de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4DDA4991-E6D4-BD5B-7F5D-E8B9DBAD54B1}"/>
              </a:ext>
            </a:extLst>
          </p:cNvPr>
          <p:cNvSpPr txBox="1"/>
          <p:nvPr/>
        </p:nvSpPr>
        <p:spPr>
          <a:xfrm>
            <a:off x="0" y="1432299"/>
            <a:ext cx="12192000" cy="430887"/>
          </a:xfrm>
          <a:prstGeom prst="rect">
            <a:avLst/>
          </a:prstGeom>
          <a:solidFill>
            <a:srgbClr val="7030A0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CO" sz="2800" b="1" spc="9" noProof="0" dirty="0">
                <a:solidFill>
                  <a:schemeClr val="bg1"/>
                </a:solidFill>
                <a:latin typeface="Poppins" panose="00000500000000000000" pitchFamily="2" charset="0"/>
                <a:ea typeface="Archivo Black"/>
                <a:cs typeface="Poppins" panose="00000500000000000000" pitchFamily="2" charset="0"/>
                <a:sym typeface="Archivo Black"/>
              </a:rPr>
              <a:t>Aprobación de la XYZ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34D7280-63AA-2E61-55EB-538834B71695}"/>
              </a:ext>
            </a:extLst>
          </p:cNvPr>
          <p:cNvGrpSpPr/>
          <p:nvPr/>
        </p:nvGrpSpPr>
        <p:grpSpPr>
          <a:xfrm>
            <a:off x="0" y="93379"/>
            <a:ext cx="12192000" cy="1244606"/>
            <a:chOff x="0" y="93379"/>
            <a:chExt cx="12192000" cy="1244606"/>
          </a:xfrm>
        </p:grpSpPr>
        <p:pic>
          <p:nvPicPr>
            <p:cNvPr id="4" name="Imagen 3" descr="Texto&#10;&#10;El contenido generado por IA puede ser incorrecto.">
              <a:extLst>
                <a:ext uri="{FF2B5EF4-FFF2-40B4-BE49-F238E27FC236}">
                  <a16:creationId xmlns:a16="http://schemas.microsoft.com/office/drawing/2014/main" id="{6720F984-0527-95EC-B5FA-11C72CABC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5080" y="227126"/>
              <a:ext cx="2195932" cy="815432"/>
            </a:xfrm>
            <a:prstGeom prst="rect">
              <a:avLst/>
            </a:prstGeom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CCE8F6C4-3807-CE7D-0EAF-7FF367D14E6C}"/>
                </a:ext>
              </a:extLst>
            </p:cNvPr>
            <p:cNvSpPr/>
            <p:nvPr/>
          </p:nvSpPr>
          <p:spPr>
            <a:xfrm>
              <a:off x="0" y="1279310"/>
              <a:ext cx="6096000" cy="58675"/>
            </a:xfrm>
            <a:prstGeom prst="rect">
              <a:avLst/>
            </a:prstGeom>
            <a:solidFill>
              <a:srgbClr val="0098DA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90DBB21D-6068-866C-BB4F-735B8C36161F}"/>
                </a:ext>
              </a:extLst>
            </p:cNvPr>
            <p:cNvSpPr/>
            <p:nvPr/>
          </p:nvSpPr>
          <p:spPr>
            <a:xfrm>
              <a:off x="6096000" y="1279310"/>
              <a:ext cx="6096000" cy="58675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5C830252-F609-0645-AC1E-64EDE82FB5F9}"/>
                </a:ext>
              </a:extLst>
            </p:cNvPr>
            <p:cNvSpPr txBox="1"/>
            <p:nvPr/>
          </p:nvSpPr>
          <p:spPr>
            <a:xfrm>
              <a:off x="8373035" y="93379"/>
              <a:ext cx="186905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“ Trujillo</a:t>
              </a:r>
            </a:p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AVANZA ”</a:t>
              </a:r>
              <a:endParaRPr lang="es-PE" sz="3200" i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757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07C23-B2CE-2285-DDF4-09150D67E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5">
            <a:extLst>
              <a:ext uri="{FF2B5EF4-FFF2-40B4-BE49-F238E27FC236}">
                <a16:creationId xmlns:a16="http://schemas.microsoft.com/office/drawing/2014/main" id="{97458697-87B4-15F9-72FF-BD7215BEA587}"/>
              </a:ext>
            </a:extLst>
          </p:cNvPr>
          <p:cNvSpPr/>
          <p:nvPr/>
        </p:nvSpPr>
        <p:spPr>
          <a:xfrm>
            <a:off x="3328373" y="2887739"/>
            <a:ext cx="631902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CO" sz="8800" noProof="0" dirty="0">
                <a:latin typeface="Poppins" pitchFamily="2" charset="77"/>
                <a:ea typeface="+mj-ea"/>
                <a:cs typeface="Poppins" pitchFamily="2" charset="77"/>
              </a:rPr>
              <a:t>¡Gracias!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0C9CE46-58E8-A40A-FED0-AA99C960F7F0}"/>
              </a:ext>
            </a:extLst>
          </p:cNvPr>
          <p:cNvSpPr txBox="1"/>
          <p:nvPr/>
        </p:nvSpPr>
        <p:spPr>
          <a:xfrm>
            <a:off x="0" y="5959929"/>
            <a:ext cx="1354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/>
              <a:t>Con el apoyo de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E06ACCE-D010-39B6-FF9B-C7714EA1B169}"/>
              </a:ext>
            </a:extLst>
          </p:cNvPr>
          <p:cNvGrpSpPr/>
          <p:nvPr/>
        </p:nvGrpSpPr>
        <p:grpSpPr>
          <a:xfrm>
            <a:off x="0" y="93379"/>
            <a:ext cx="12192000" cy="1244606"/>
            <a:chOff x="0" y="93379"/>
            <a:chExt cx="12192000" cy="1244606"/>
          </a:xfrm>
        </p:grpSpPr>
        <p:pic>
          <p:nvPicPr>
            <p:cNvPr id="5" name="Imagen 4" descr="Texto&#10;&#10;El contenido generado por IA puede ser incorrecto.">
              <a:extLst>
                <a:ext uri="{FF2B5EF4-FFF2-40B4-BE49-F238E27FC236}">
                  <a16:creationId xmlns:a16="http://schemas.microsoft.com/office/drawing/2014/main" id="{DEF783F8-1ADD-27E8-BB69-A4B553826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5080" y="227126"/>
              <a:ext cx="2195932" cy="815432"/>
            </a:xfrm>
            <a:prstGeom prst="rect">
              <a:avLst/>
            </a:prstGeom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1F514090-3680-15D7-5508-A5225D87C7BC}"/>
                </a:ext>
              </a:extLst>
            </p:cNvPr>
            <p:cNvSpPr/>
            <p:nvPr/>
          </p:nvSpPr>
          <p:spPr>
            <a:xfrm>
              <a:off x="0" y="1279310"/>
              <a:ext cx="6096000" cy="58675"/>
            </a:xfrm>
            <a:prstGeom prst="rect">
              <a:avLst/>
            </a:prstGeom>
            <a:solidFill>
              <a:srgbClr val="0098DA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66640973-946B-CB0A-DEBF-978948A7C374}"/>
                </a:ext>
              </a:extLst>
            </p:cNvPr>
            <p:cNvSpPr/>
            <p:nvPr/>
          </p:nvSpPr>
          <p:spPr>
            <a:xfrm>
              <a:off x="6096000" y="1279310"/>
              <a:ext cx="6096000" cy="58675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98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DC43996F-625F-CF67-2323-BDD438E791A4}"/>
                </a:ext>
              </a:extLst>
            </p:cNvPr>
            <p:cNvSpPr txBox="1"/>
            <p:nvPr/>
          </p:nvSpPr>
          <p:spPr>
            <a:xfrm>
              <a:off x="8373035" y="93379"/>
              <a:ext cx="186905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“ Trujillo</a:t>
              </a:r>
            </a:p>
            <a:p>
              <a:r>
                <a:rPr lang="es-ES" sz="3200" i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AVANZA ”</a:t>
              </a:r>
              <a:endParaRPr lang="es-PE" sz="3200" i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654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Diseño personalizado">
  <a:themeElements>
    <a:clrScheme name="CIM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05454"/>
      </a:accent1>
      <a:accent2>
        <a:srgbClr val="8C8C8C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BAA9B2F8B2AF478CB4F8E496CAF09D" ma:contentTypeVersion="14" ma:contentTypeDescription="Create a new document." ma:contentTypeScope="" ma:versionID="bad2798afb39283958ff791f06f08c6b">
  <xsd:schema xmlns:xsd="http://www.w3.org/2001/XMLSchema" xmlns:xs="http://www.w3.org/2001/XMLSchema" xmlns:p="http://schemas.microsoft.com/office/2006/metadata/properties" xmlns:ns2="11390a16-ea1c-4229-be6d-57e8f1d9e31f" xmlns:ns3="2dcba4be-9925-415e-afda-495494e8edec" targetNamespace="http://schemas.microsoft.com/office/2006/metadata/properties" ma:root="true" ma:fieldsID="0d6be6273795e3db28e512a592c1da1c" ns2:_="" ns3:_="">
    <xsd:import namespace="11390a16-ea1c-4229-be6d-57e8f1d9e31f"/>
    <xsd:import namespace="2dcba4be-9925-415e-afda-495494e8ed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390a16-ea1c-4229-be6d-57e8f1d9e3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f33d918-e44f-45da-a3f6-83815c61124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cba4be-9925-415e-afda-495494e8ede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98d5b11-8f05-4a17-9b5b-b9f0c9026101}" ma:internalName="TaxCatchAll" ma:showField="CatchAllData" ma:web="2dcba4be-9925-415e-afda-495494e8ed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1390a16-ea1c-4229-be6d-57e8f1d9e31f">
      <Terms xmlns="http://schemas.microsoft.com/office/infopath/2007/PartnerControls"/>
    </lcf76f155ced4ddcb4097134ff3c332f>
    <TaxCatchAll xmlns="2dcba4be-9925-415e-afda-495494e8edec" xsi:nil="true"/>
  </documentManagement>
</p:properties>
</file>

<file path=customXml/itemProps1.xml><?xml version="1.0" encoding="utf-8"?>
<ds:datastoreItem xmlns:ds="http://schemas.openxmlformats.org/officeDocument/2006/customXml" ds:itemID="{20713EA0-624C-4255-B5FD-49DE96027A1C}">
  <ds:schemaRefs>
    <ds:schemaRef ds:uri="11390a16-ea1c-4229-be6d-57e8f1d9e31f"/>
    <ds:schemaRef ds:uri="2dcba4be-9925-415e-afda-495494e8ede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1A2C19E-058F-44CB-B77A-A4F930E518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007754-8318-4586-BDE8-844FDF0F77B4}">
  <ds:schemaRefs>
    <ds:schemaRef ds:uri="11390a16-ea1c-4229-be6d-57e8f1d9e31f"/>
    <ds:schemaRef ds:uri="2dcba4be-9925-415e-afda-495494e8ede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155</Words>
  <Application>Microsoft Office PowerPoint</Application>
  <PresentationFormat>Panorámica</PresentationFormat>
  <Paragraphs>63</Paragraphs>
  <Slides>13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Poppins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Elba Apolo</cp:lastModifiedBy>
  <cp:revision>29</cp:revision>
  <cp:lastPrinted>2022-12-04T16:31:34Z</cp:lastPrinted>
  <dcterms:created xsi:type="dcterms:W3CDTF">2022-11-14T00:16:26Z</dcterms:created>
  <dcterms:modified xsi:type="dcterms:W3CDTF">2026-03-25T02:21:23Z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0x010100FCBAA9B2F8B2AF478CB4F8E496CAF09D</vt:lpwstr>
  </property>
  <property fmtid="{D5CDD505-2E9C-101B-9397-08002B2CF9AE}" pid="3" name="MediaServiceImageTags">
    <vt:lpwstr/>
  </property>
</Properties>
</file>